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486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23630"/>
            <a:ext cx="12191695" cy="685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73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AeroBaku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9319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976872" y="100584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813816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Рейсы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8972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Сервисы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024128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40080" y="1051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КУРСОВАЯ РАБОТА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14173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Разработка онлайн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информационной системы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аэропорта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8368" y="3785616"/>
            <a:ext cx="429768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Студент: Бахшиев Рахин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Группа: 680.23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Предмет: Веб-системы и технологии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4892040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99262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81328" y="4892040"/>
            <a:ext cx="621792" cy="347472"/>
          </a:xfrm>
          <a:prstGeom prst="roundRect">
            <a:avLst>
              <a:gd name="adj" fmla="val 50000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992624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12848" y="489204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12848" y="49926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56432" y="489204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DFF1FF"/>
          </a:solidFill>
          <a:ln w="12700">
            <a:solidFill>
              <a:srgbClr val="DFF1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499262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AeroBaku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32704" y="1024128"/>
            <a:ext cx="5925312" cy="4078224"/>
          </a:xfrm>
          <a:prstGeom prst="roundRect">
            <a:avLst>
              <a:gd name="adj" fmla="val 3181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1/6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2920" y="6483096"/>
            <a:ext cx="1371600" cy="0"/>
          </a:xfrm>
          <a:prstGeom prst="line">
            <a:avLst/>
          </a:prstGeom>
          <a:noFill/>
          <a:ln w="12700">
            <a:solidFill>
              <a:srgbClr val="DBE8F5"/>
            </a:solidFill>
            <a:prstDash val="solid"/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D7D60D6-B210-4FE0-A78B-CDE70DF0B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423" y="1153160"/>
            <a:ext cx="5766328" cy="38507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4123"/>
            <a:ext cx="12191695" cy="685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73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AeroBaku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9319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976872" y="100584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813816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Рейсы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8972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Сервисы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024128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94360" y="914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ПРОЕКТА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1234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должна решать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информационная система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" y="2532888"/>
            <a:ext cx="164592" cy="164592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51460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Быстрый доступ к рейсам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932688" y="277063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Пассажир видит направление, время, терминал и статус.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640080" y="3419856"/>
            <a:ext cx="164592" cy="164592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401568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Понятная навигация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932688" y="365760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Главная, рейсы, сервисы и поддержка вынесены в верхнее меню.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40080" y="4315968"/>
            <a:ext cx="164592" cy="164592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29768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 пассажиров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932688" y="455371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Форма обращения помогает связаться с аэропортом по билету, багажу или рейсу.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5943600" y="1602154"/>
            <a:ext cx="5303520" cy="3665415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0176" y="1664676"/>
            <a:ext cx="5102352" cy="3532555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98131" y="1758462"/>
            <a:ext cx="5175787" cy="331005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2/6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02920" y="6483096"/>
            <a:ext cx="1371600" cy="0"/>
          </a:xfrm>
          <a:prstGeom prst="line">
            <a:avLst/>
          </a:prstGeom>
          <a:noFill/>
          <a:ln w="12700">
            <a:solidFill>
              <a:srgbClr val="DBE8F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73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AeroBaku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9319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08660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8028432" y="100584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Рейсы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8972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Сервисы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024128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94360" y="914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СТРУКТУРА САЙТА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1234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основные страницы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" y="2057400"/>
            <a:ext cx="438912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258568"/>
            <a:ext cx="475488" cy="347472"/>
          </a:xfrm>
          <a:prstGeom prst="roundRect">
            <a:avLst>
              <a:gd name="adj" fmla="val 50000"/>
            </a:avLst>
          </a:prstGeom>
          <a:solidFill>
            <a:srgbClr val="DFF1FF"/>
          </a:solidFill>
          <a:ln w="12700">
            <a:solidFill>
              <a:srgbClr val="DFF1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35915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81328" y="220370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481328" y="244144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Общее описание системы и быстрый поиск рейса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0080" y="2953512"/>
            <a:ext cx="438912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154680"/>
            <a:ext cx="475488" cy="347472"/>
          </a:xfrm>
          <a:prstGeom prst="roundRect">
            <a:avLst>
              <a:gd name="adj" fmla="val 50000"/>
            </a:avLst>
          </a:prstGeom>
          <a:solidFill>
            <a:srgbClr val="DFF1FF"/>
          </a:solidFill>
          <a:ln w="12700">
            <a:solidFill>
              <a:srgbClr val="DFF1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255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81328" y="309981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Рейсы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481328" y="33375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Онлайн-табло, фильтры, статусы и отслеживание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40080" y="3849624"/>
            <a:ext cx="438912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050792"/>
            <a:ext cx="475488" cy="347472"/>
          </a:xfrm>
          <a:prstGeom prst="roundRect">
            <a:avLst>
              <a:gd name="adj" fmla="val 50000"/>
            </a:avLst>
          </a:prstGeom>
          <a:solidFill>
            <a:srgbClr val="DFF1FF"/>
          </a:solidFill>
          <a:ln w="12700">
            <a:solidFill>
              <a:srgbClr val="DFF1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15137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81328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Сервисы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481328" y="423367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Информация об услугах аэропорта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0080" y="4745736"/>
            <a:ext cx="4389120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946904"/>
            <a:ext cx="475488" cy="347472"/>
          </a:xfrm>
          <a:prstGeom prst="roundRect">
            <a:avLst>
              <a:gd name="adj" fmla="val 50000"/>
            </a:avLst>
          </a:prstGeom>
          <a:solidFill>
            <a:srgbClr val="DFF1FF"/>
          </a:solidFill>
          <a:ln w="12700">
            <a:solidFill>
              <a:srgbClr val="DFF1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5047488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81328" y="48920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1481328" y="51297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Форма обращения и контактные данные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495544" y="1106424"/>
            <a:ext cx="6245352" cy="4233672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pic>
        <p:nvPicPr>
          <p:cNvPr id="35" name="Image 0" descr="/mnt/data/airport_docx_extract/word/media/image2.png"/>
          <p:cNvPicPr>
            <a:picLocks noChangeAspect="1"/>
          </p:cNvPicPr>
          <p:nvPr/>
        </p:nvPicPr>
        <p:blipFill>
          <a:blip r:embed="rId3"/>
          <a:srcRect l="7237" r="7237"/>
          <a:stretch/>
        </p:blipFill>
        <p:spPr>
          <a:xfrm>
            <a:off x="5532120" y="1143000"/>
            <a:ext cx="6172200" cy="41605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596128" y="5596128"/>
            <a:ext cx="58521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Главный рабочий раздел - страница «Рейсы»: поиск, фильтр по типу рейса и статусу, список найденных рейсов.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3/6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02920" y="6483096"/>
            <a:ext cx="1371600" cy="0"/>
          </a:xfrm>
          <a:prstGeom prst="line">
            <a:avLst/>
          </a:prstGeom>
          <a:noFill/>
          <a:ln w="12700">
            <a:solidFill>
              <a:srgbClr val="DBE8F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4124"/>
            <a:ext cx="12191695" cy="685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73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AeroBaku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9319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08660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8028432" y="100584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Рейсы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8972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Сервисы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024128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94360" y="8961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ИНТЕРАКТИВНОСТЬ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12070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Поиск, фильтрация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отслеживание рейсов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21792" y="2331720"/>
            <a:ext cx="45720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обрабатывает ввод пользователя и обновляет список рейсов без перезагрузки страницы.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452628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3649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Основные функции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384048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поиск по городу или номеру рейса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фильтр по вылетам/прилётам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фильтр по статусу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список отслеживаемых рейсов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5477256" y="1576668"/>
            <a:ext cx="6245352" cy="3855024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13832" y="1722971"/>
            <a:ext cx="6172200" cy="355836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4/6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02920" y="6483096"/>
            <a:ext cx="1371600" cy="0"/>
          </a:xfrm>
          <a:prstGeom prst="line">
            <a:avLst/>
          </a:prstGeom>
          <a:noFill/>
          <a:ln w="12700">
            <a:solidFill>
              <a:srgbClr val="DBE8F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73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AeroBaku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9319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08660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813816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Рейсы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918972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Сервисы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10131552" y="100584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94360" y="8961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ОБРАТНАЯ СВЯЗЬ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12070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 пассажиров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" y="2011680"/>
            <a:ext cx="46177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Форма позволяет отправить обращение по теме билета, багажа или регистрации на рейс. Пользователь получает визуальное подтверждение отправки.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127248"/>
            <a:ext cx="448056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419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показывает этот раздел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914400" y="3730752"/>
            <a:ext cx="374904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работа формы ввода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проверка данных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сохранение обращений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контактная информация аэропорта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5495544" y="1588414"/>
            <a:ext cx="6199632" cy="3882355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pic>
        <p:nvPicPr>
          <p:cNvPr id="1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32120" y="1688998"/>
            <a:ext cx="6126480" cy="358058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5/6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02920" y="6483096"/>
            <a:ext cx="1371600" cy="0"/>
          </a:xfrm>
          <a:prstGeom prst="line">
            <a:avLst/>
          </a:prstGeom>
          <a:noFill/>
          <a:ln w="12700">
            <a:solidFill>
              <a:srgbClr val="DBE8F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554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✈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73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AeroBaku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93192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AIRPORT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976872" y="100584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E7F3FF"/>
          </a:solidFill>
          <a:ln w="12700">
            <a:solidFill>
              <a:srgbClr val="E7F3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4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Главная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813816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Рейсы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8972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Сервисы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0241280" y="2011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Поддержка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94360" y="8961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5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12070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Итог работы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" y="2103120"/>
            <a:ext cx="457200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Создан светлый адаптивный сайт аэропорта с онлайн-табло рейсов, фильтрами, сервисными страницами и формой поддержки.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452628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1821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3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Возможности развития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529584"/>
            <a:ext cx="384048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подключение базы данных рейсов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бронирование и покупка билетов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API реальных статусов рейса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личный кабинет пассажира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8375904" y="854847"/>
            <a:ext cx="2468880" cy="546811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BE8F5"/>
            </a:solidFill>
            <a:prstDash val="solid"/>
          </a:ln>
          <a:effectLst>
            <a:outerShdw blurRad="25400" dist="50800" dir="2700000" algn="bl" rotWithShape="0">
              <a:srgbClr val="0C3769">
                <a:alpha val="11000"/>
              </a:srgbClr>
            </a:outerShdw>
          </a:effectLst>
        </p:spPr>
      </p:sp>
      <p:pic>
        <p:nvPicPr>
          <p:cNvPr id="19" name="Image 0" descr="/mnt/data/airport_docx_extract/word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8021"/>
            <a:ext cx="2395728" cy="466195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292840" y="6446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6/6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02920" y="6483096"/>
            <a:ext cx="1371600" cy="0"/>
          </a:xfrm>
          <a:prstGeom prst="line">
            <a:avLst/>
          </a:prstGeom>
          <a:noFill/>
          <a:ln w="12700">
            <a:solidFill>
              <a:srgbClr val="DBE8F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310</Words>
  <Application>Microsoft Office PowerPoint</Application>
  <PresentationFormat>Widescreen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ASOIU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онлайн информационной системы для аэропорта</dc:title>
  <dc:subject>AeroBaku Airport coursework presentation</dc:subject>
  <dc:creator>OpenAI</dc:creator>
  <cp:lastModifiedBy>Rahin</cp:lastModifiedBy>
  <cp:revision>2</cp:revision>
  <dcterms:created xsi:type="dcterms:W3CDTF">2026-05-10T17:05:51Z</dcterms:created>
  <dcterms:modified xsi:type="dcterms:W3CDTF">2026-05-11T17:32:04Z</dcterms:modified>
</cp:coreProperties>
</file>